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84" d="100"/>
          <a:sy n="84" d="100"/>
        </p:scale>
        <p:origin x="51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Granular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421748"/>
            <a:ext cx="11161325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</p:txBody>
      </p:sp>
    </p:spTree>
    <p:extLst>
      <p:ext uri="{BB962C8B-B14F-4D97-AF65-F5344CB8AC3E}">
        <p14:creationId xmlns:p14="http://schemas.microsoft.com/office/powerpoint/2010/main" val="386520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539156"/>
            <a:ext cx="10505718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Percentage of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7. All Metrics by Outlet Type: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Provide a comprehensive view of all key metrics (Total Sales, Average Sales, Number of 	Items, Average Rating) broken down by different outlet types.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944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569</TotalTime>
  <Words>346</Words>
  <Application>Microsoft Office PowerPoint</Application>
  <PresentationFormat>Widescreen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Rounded MT Bold</vt:lpstr>
      <vt:lpstr>Calibri</vt:lpstr>
      <vt:lpstr>Calibri Light</vt:lpstr>
      <vt:lpstr>Segoe UI Black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</dc:creator>
  <cp:lastModifiedBy>Gautam Kumar</cp:lastModifiedBy>
  <cp:revision>18</cp:revision>
  <dcterms:created xsi:type="dcterms:W3CDTF">2024-06-24T12:27:37Z</dcterms:created>
  <dcterms:modified xsi:type="dcterms:W3CDTF">2026-02-10T03:34:14Z</dcterms:modified>
</cp:coreProperties>
</file>